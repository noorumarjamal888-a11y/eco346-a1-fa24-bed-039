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DF590-E53E-4177-9B31-47B0B63F3414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C79CD-85D5-49E2-9D71-053F31D5F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648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variant: 7, Balochistan urban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FA24-BEDS-039 (39 = 4 x 8 + 7)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PSLM 2019-20, person file merged with household file; earners aged 15-64, weighted by hhweight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earners; weighted median Rs 250,000 (unweighted Rs 264,000)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10th to 90th percentile: Rs 96,000 to Rs 540,000, a ratio of 5.62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Name: &lt;YOUR NAME&gt;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earners make 5.6 times the bottom earners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120640" cy="3383280"/>
          </a:xfrm>
          <a:prstGeom prst="rect">
            <a:avLst/>
          </a:prstGeom>
          <a:solidFill>
            <a:srgbClr val="F2F4F7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Insert figures/histogram.svg here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(Insert &gt; Pictures), then delete this note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28016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Right-skewed: most earners between Rs 96,000 and Rs 540,000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Thin tail up to Rs 3,000,000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Weighted median is lower than unweighted: weights give more share to lower-earning households</a:t>
            </a:r>
            <a:endParaRPr lang="en-US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8034"/>
            <a:ext cx="5120640" cy="3792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makeover: default vs redesign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4023360" cy="2651760"/>
          </a:xfrm>
          <a:prstGeom prst="rect">
            <a:avLst/>
          </a:prstGeom>
          <a:solidFill>
            <a:srgbClr val="F2F4F7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Insert figures/default.svg 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2651760"/>
          </a:xfrm>
          <a:prstGeom prst="rect">
            <a:avLst/>
          </a:prstGeom>
          <a:solidFill>
            <a:srgbClr val="F2F4F7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663440" y="123444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Insert figures/redesign.svg here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R default: points overlap, linear axis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931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Redesign: log axis in rupees, jitter + transparency, weighted band means, finding title</a:t>
            </a:r>
            <a:endParaRPr lang="en-US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6" y="1217883"/>
            <a:ext cx="4217534" cy="280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0" y="1234440"/>
            <a:ext cx="40233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earnings triple by the late 20s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Weighted mean: Rs 113,382 at ages 15-19, Rs 307,994 at 25-29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Rs 372,723 at 45-49 and Rs 399,250 at 50-54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Highest band 60-64 (Rs 476,422) has only 16 earners, so it is unreliable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Limit: one cross-section cannot show how one person's earnings change with 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Source: PSLM 2019-20, Balochistan urban earners aged 15-64, weighted by hhweight.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239</Words>
  <Application>Microsoft Office PowerPoint</Application>
  <PresentationFormat>On-screen Show (16:9)</PresentationFormat>
  <Paragraphs>27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</dc:title>
  <dc:subject>PptxGenJS Presentation</dc:subject>
  <dc:creator>PptxGenJS</dc:creator>
  <cp:lastModifiedBy>nasirjamal</cp:lastModifiedBy>
  <cp:revision>3</cp:revision>
  <dcterms:created xsi:type="dcterms:W3CDTF">2026-10-21T09:09:53Z</dcterms:created>
  <dcterms:modified xsi:type="dcterms:W3CDTF">2026-10-21T09:32:13Z</dcterms:modified>
</cp:coreProperties>
</file>